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d36dd77c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d36dd77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6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49" name="Google Shape;49;p6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61" name="Google Shape;61;p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9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Google Play Store Apps Analysis</a:t>
            </a:r>
            <a:endParaRPr/>
          </a:p>
        </p:txBody>
      </p:sp>
      <p:sp>
        <p:nvSpPr>
          <p:cNvPr id="102" name="Google Shape;102;p13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VIGNESH.R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title"/>
          </p:nvPr>
        </p:nvSpPr>
        <p:spPr>
          <a:xfrm>
            <a:off x="3085105" y="1084733"/>
            <a:ext cx="5224008" cy="7116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mbria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/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349858" y="1885491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Objective: Perform exploratory data analysis (EDA) on a Kaggle dataset of Play Store apps.</a:t>
            </a:r>
            <a:endParaRPr b="1"/>
          </a:p>
          <a:p>
            <a:pPr indent="0" lvl="0" marL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Tools Used: Python, Pandas, Matplotlib, Seaborn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Outcomes: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Cleaned dataset for analysis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Visual insights into app ratings, pricing, and installs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986162" y="1775977"/>
            <a:ext cx="9583500" cy="51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Dataset loaded via kagglehub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Initial checks: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data.shape, data.head(), data.info()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Descriptive stats: data.describe()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Purpose: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 spot anomalies,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prep for cleaning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Understand structure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226829" y="804375"/>
            <a:ext cx="899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Loading &amp; Initial Inspection</a:t>
            </a:r>
            <a:endParaRPr/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2513" y="2082000"/>
            <a:ext cx="5648325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mbria"/>
              <a:buNone/>
            </a:pPr>
            <a:r>
              <a:rPr lang="en-IN" sz="4400">
                <a:latin typeface="Cambria"/>
                <a:ea typeface="Cambria"/>
                <a:cs typeface="Cambria"/>
                <a:sym typeface="Cambria"/>
              </a:rPr>
              <a:t> Data Cleaning &amp; Preparation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288406" y="1882573"/>
            <a:ext cx="6488400" cy="4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duplicates: data.drop_duplicates()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Handled missing values: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Filled Rating with mean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Dropped rows with nulls in key columns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outlier (Rating = 19.0)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Converted: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Price, Installs, Reviews → numeric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isPaid column from Type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Saved cleaned dataset: cleaned_playstore.csv</a:t>
            </a:r>
            <a:endParaRPr b="1" sz="20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Exploratory Data Analysis (EDA)</a:t>
            </a:r>
            <a:r>
              <a:rPr lang="en-IN"/>
              <a:t> 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1261078" y="2195185"/>
            <a:ext cx="5684400" cy="335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Cleaned dataset loaded for visualization.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10 app categories visualized with a bar plot.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 rating distribution visualized using a histogram with KDE.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Scatter plot visualizes 'Price' vs. 'Rating'.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Scatter plot visualizes 'Installs' vs. 'Rating' (log scale, colored by 'Type').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1800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matrix of 'Rating', 'Reviews', 'Installs', 'Price', and 'isPaid' visualized with a heatmap.</a:t>
            </a:r>
            <a:endParaRPr b="1" sz="1800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7700" y="1977123"/>
            <a:ext cx="4063025" cy="230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Dashboard</a:t>
            </a:r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 b="-11822" l="-14173" r="-39554" t="19384"/>
          <a:stretch/>
        </p:blipFill>
        <p:spPr>
          <a:xfrm>
            <a:off x="1978962" y="2035650"/>
            <a:ext cx="9619424" cy="409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